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530225"/>
            <a:ext cx="4083685" cy="147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Ruslan Asgarov | ID 13</a:t>
            </a:r>
          </a:p>
          <a:p>
            <a:r>
              <a:t>Task: Plant Disease Classification</a:t>
            </a:r>
          </a:p>
          <a:p>
            <a:r>
              <a:t>Dataset: PlantVillage - Tomato</a:t>
            </a:r>
          </a:p>
          <a:p>
            <a:r>
              <a:t>Classes: 3 (Healthy, Early Blight, Late Bliht)</a:t>
            </a:r>
          </a:p>
          <a:p>
            <a:r>
              <a:t>Target Accuracy: &gt;=88%</a:t>
            </a:r>
          </a:p>
        </p:txBody>
      </p:sp>
      <p:pic>
        <p:nvPicPr>
          <p:cNvPr id="4" name="Picture 3" descr="slide1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45" y="2432685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Training Comparison</a:t>
            </a:r>
          </a:p>
          <a:p>
            <a:r>
              <a:t>Version 1: Adam, lr=0.0001, batch=32</a:t>
            </a:r>
          </a:p>
          <a:p>
            <a:r>
              <a:t>Version 2: Adam, lr=0.00001, batch=32</a:t>
            </a:r>
          </a:p>
          <a:p/>
        </p:txBody>
      </p:sp>
      <p:pic>
        <p:nvPicPr>
          <p:cNvPr id="4" name="Picture 3" descr="slide2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" y="23901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14655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Best Results</a:t>
            </a:r>
          </a:p>
          <a:p>
            <a:r>
              <a:t>- Final Test Accuracy: 87%</a:t>
            </a:r>
          </a:p>
          <a:p>
            <a:r>
              <a:t>- Best Class: Healthy</a:t>
            </a:r>
          </a:p>
          <a:p>
            <a:r>
              <a:t>- Worst Class: Early Blight</a:t>
            </a:r>
          </a:p>
          <a:p/>
        </p:txBody>
      </p:sp>
      <p:pic>
        <p:nvPicPr>
          <p:cNvPr id="4" name="Picture 3" descr="slide3_c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1994535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WPS Presentation</Application>
  <PresentationFormat>On-screen Show (4:3)</PresentationFormat>
  <Paragraphs>17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Nurəddin</cp:lastModifiedBy>
  <cp:revision>2</cp:revision>
  <dcterms:created xsi:type="dcterms:W3CDTF">2013-01-27T09:14:00Z</dcterms:created>
  <dcterms:modified xsi:type="dcterms:W3CDTF">2025-12-24T17:09:47Z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7A63390097C04A0794CD5FE014039700_12</vt:lpwstr>
  </property>
  <property fmtid="{D5CDD505-2E9C-101B-9397-08002B2CF9AE}" pid="3" name="KSOProductBuildVer">
    <vt:lpwstr>1033-12.2.0.23196</vt:lpwstr>
  </property>
</Properties>
</file>